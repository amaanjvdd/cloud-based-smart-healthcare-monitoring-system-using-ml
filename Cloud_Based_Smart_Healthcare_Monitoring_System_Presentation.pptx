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/>
  </p:slideViewPr>
  <p:outlin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Cloud-Based Smart Healthcare Monitoring System Using Machine Learning</a:t>
            </a:r>
            <a:endParaRPr lang="en-US" sz="2600" b="1"/>
          </a:p>
        </p:txBody>
      </p:sp>
      <p:sp>
        <p:nvSpPr>
          <p:cNvPr id="4" name="Content Card 1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Final year project presentation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Healthcare risk prediction without IoT devices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Prepared for report, seminar, and viva presentation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2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Introduction</a:t>
            </a:r>
            <a:endParaRPr lang="en-US" sz="2600" b="1"/>
          </a:p>
        </p:txBody>
      </p:sp>
      <p:sp>
        <p:nvSpPr>
          <p:cNvPr id="4" name="Content Card 2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Healthcare monitoring is important for early risk detection and timely intervention.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Many smart healthcare systems depend on wearable sensors and IoT devices.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Such systems increase cost, hardware dependency, and maintenance effort.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This project proposes a software-based alternative using machine learning.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3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Problem Statement</a:t>
            </a:r>
            <a:endParaRPr lang="en-US" sz="2600" b="1"/>
          </a:p>
        </p:txBody>
      </p:sp>
      <p:sp>
        <p:nvSpPr>
          <p:cNvPr id="4" name="Content Card 3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Existing healthcare monitoring systems often require IoT devices and sensor infrastructure.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These systems are not always affordable or accessible in low-resource environments.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A low-cost ML-based monitoring solution is needed using manually entered healthcare data.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4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Objectives</a:t>
            </a:r>
            <a:endParaRPr lang="en-US" sz="2600" b="1"/>
          </a:p>
        </p:txBody>
      </p:sp>
      <p:sp>
        <p:nvSpPr>
          <p:cNvPr id="4" name="Content Card 4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Develop a healthcare monitoring system without IoT devices.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Predict patient risk using machine learning.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Provide a simple web-based interface for user interaction.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Build a cloud-oriented solution suitable for future deployment.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5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System Workflow</a:t>
            </a:r>
            <a:endParaRPr lang="en-US" sz="2600" b="1"/>
          </a:p>
        </p:txBody>
      </p:sp>
      <p:sp>
        <p:nvSpPr>
          <p:cNvPr id="4" name="Content Card 5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Generate synthetic healthcare dataset.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Train Random Forest model on structured patient features.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Save model and metrics as artifacts.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Accept manual patient input through Streamlit app.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Predict Low, Medium, or High risk and show recommendation.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6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Input Features</a:t>
            </a:r>
            <a:endParaRPr lang="en-US" sz="2600" b="1"/>
          </a:p>
        </p:txBody>
      </p:sp>
      <p:sp>
        <p:nvSpPr>
          <p:cNvPr id="4" name="Content Card 6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Age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BMI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Systolic and Diastolic Blood Pressure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Heart Rate and Glucose Level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Oxygen Saturation and Sleep Hours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Activity Minutes, Symptom Severity, and Chronic Condition History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7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Technology Stack</a:t>
            </a:r>
            <a:endParaRPr lang="en-US" sz="2600" b="1"/>
          </a:p>
        </p:txBody>
      </p:sp>
      <p:sp>
        <p:nvSpPr>
          <p:cNvPr id="4" name="Content Card 7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Python for implementation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Streamlit for web application interface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Pandas and NumPy for data handling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Scikit-learn for machine learning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Joblib for model saving and loading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8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Model and Results</a:t>
            </a:r>
            <a:endParaRPr lang="en-US" sz="2600" b="1"/>
          </a:p>
        </p:txBody>
      </p:sp>
      <p:sp>
        <p:nvSpPr>
          <p:cNvPr id="4" name="Content Card 8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Model used: Random Forest Classifier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Dataset size: 1000 synthetic healthcare records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Validation accuracy: 71.5%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Output classes: Low Risk, Medium Risk, High Risk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System displays prediction confidence and recommendation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9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Advantages and Future Scope</a:t>
            </a:r>
            <a:endParaRPr lang="en-US" sz="2600" b="1"/>
          </a:p>
        </p:txBody>
      </p:sp>
      <p:sp>
        <p:nvSpPr>
          <p:cNvPr id="4" name="Content Card 9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No IoT hardware dependency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Low-cost and easy to use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Suitable for telemedicine and academic demonstration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Future scope includes real datasets, database support, cloud deployment, and explainable AI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5BB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0"/>
          <p:cNvSpPr txBox="1"/>
          <p:nvPr/>
        </p:nvSpPr>
        <p:spPr>
          <a:xfrm>
            <a:off x="822960" y="502920"/>
            <a:ext cx="9692640" cy="685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2600" b="1">
                <a:solidFill>
                  <a:srgbClr val="173A73"/>
                </a:solidFill>
              </a:rPr>
              <a:t>Conclusion</a:t>
            </a:r>
            <a:endParaRPr lang="en-US" sz="2600" b="1"/>
          </a:p>
        </p:txBody>
      </p:sp>
      <p:sp>
        <p:nvSpPr>
          <p:cNvPr id="4" name="Content Card 10"/>
          <p:cNvSpPr txBox="1"/>
          <p:nvPr/>
        </p:nvSpPr>
        <p:spPr>
          <a:xfrm>
            <a:off x="914400" y="1417320"/>
            <a:ext cx="9326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7FF"/>
            </a:solidFill>
          </a:ln>
          <a:effectLst>
            <a:outerShdw blurRad="38100" dist="19050" dir="5400000" algn="ctr" rotWithShape="0">
              <a:srgbClr val="C6D8F6">
                <a:alpha val="28000"/>
              </a:srgbClr>
            </a:outerShdw>
          </a:effectLst>
        </p:spPr>
        <p:txBody>
          <a:bodyPr wrap="square" lIns="228600" tIns="182880" rIns="228600" bIns="182880"/>
          <a:lstStyle/>
          <a:p>
            <a:pPr/>
            <a:r>
              <a:rPr lang="en-US" sz="2200">
                <a:solidFill>
                  <a:srgbClr val="243447"/>
                </a:solidFill>
              </a:rPr>
              <a:t>The project successfully demonstrates healthcare monitoring using ML without IoT devices.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It combines dataset generation, model training, and web-based prediction in one system.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The system is practical as an academic prototype and can be extended further.</a:t>
            </a:r>
            <a:endParaRPr lang="en-US" sz="2200"/>
          </a:p>
          <a:p>
            <a:pPr marL="342900" indent="-171450">
              <a:buChar char="•"/>
            </a:pPr>
            <a:r>
              <a:rPr lang="en-US" sz="2200">
                <a:solidFill>
                  <a:srgbClr val="243447"/>
                </a:solidFill>
              </a:rPr>
              <a:t>Thank You</a:t>
            </a:r>
            <a:endParaRPr lang="en-US" sz="2200"/>
          </a:p>
        </p:txBody>
      </p:sp>
      <p:sp>
        <p:nvSpPr>
          <p:cNvPr id="5" name="Footer"/>
          <p:cNvSpPr txBox="1"/>
          <p:nvPr/>
        </p:nvSpPr>
        <p:spPr>
          <a:xfrm>
            <a:off x="868680" y="62453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400">
                <a:solidFill>
                  <a:srgbClr val="5F7393"/>
                </a:solidFill>
              </a:rPr>
              <a:t>Project Presentation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7FAFF"/>
      </a:lt2>
      <a:accent1>
        <a:srgbClr val="1E5BB8"/>
      </a:accent1>
      <a:accent2>
        <a:srgbClr val="4A90E2"/>
      </a:accent2>
      <a:accent3>
        <a:srgbClr val="153E7A"/>
      </a:accent3>
      <a:accent4>
        <a:srgbClr val="7AA6E8"/>
      </a:accent4>
      <a:accent5>
        <a:srgbClr val="8FB5FF"/>
      </a:accent5>
      <a:accent6>
        <a:srgbClr val="C7DA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Cloud-Based Smart Healthcare Monitoring System Using Machine Learning</vt:lpstr>
      <vt:lpstr>Introduction</vt:lpstr>
      <vt:lpstr>Problem Statement</vt:lpstr>
      <vt:lpstr>Objectives</vt:lpstr>
      <vt:lpstr>System Workflow</vt:lpstr>
      <vt:lpstr>Input Features</vt:lpstr>
      <vt:lpstr>Technology Stack</vt:lpstr>
      <vt:lpstr>Model and Results</vt:lpstr>
      <vt:lpstr>Advantages and Future Scope</vt:lpstr>
      <vt:lpstr>Conclusion</vt:lpstr>
    </vt:vector>
  </TitlesOfParts>
  <Company>Integral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Cloud-Based Smart Healthcare Monitoring System Using Machine Learning</dc:title>
  <dc:creator>Codex</dc:creator>
  <cp:lastModifiedBy>Codex</cp:lastModifiedBy>
  <dcterms:created xsi:type="dcterms:W3CDTF">2026-04-19T10:17:36Z</dcterms:created>
  <dcterms:modified xsi:type="dcterms:W3CDTF">2026-04-19T10:17:36Z</dcterms:modified>
</cp:coreProperties>
</file>